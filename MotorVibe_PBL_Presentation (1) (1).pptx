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2c4f055-62c9-4669-a587-daaaa3fb96e3}">
          <p14:sldIdLst>
            <p14:sldId id="256"/>
            <p14:sldId id="257"/>
          </p14:sldIdLst>
        </p14:section>
        <p14:section name="Design" id="{1017ce00-82dc-36bc-3185-f790dd8f5967}">
          <p14:sldIdLst>
            <p14:sldId id="258"/>
            <p14:sldId id="259"/>
            <p14:sldId id="260"/>
          </p14:sldIdLst>
        </p14:section>
        <p14:section name="Implementation" id="{6eb639b1-0b2f-fee4-6e4d-a9ef8535fc2a}">
          <p14:sldIdLst>
            <p14:sldId id="261"/>
            <p14:sldId id="262"/>
            <p14:sldId id="263"/>
          </p14:sldIdLst>
        </p14:section>
        <p14:section name="Closing" id="{83a8649f-03d3-b512-2b92-8f6c8842c69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MotorVibe  |  Team 1  |  KLU Hyderabad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MotorVibe  |  Team 1  |  KLU Hyderabad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U logo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377440" cy="9610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PBL Project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Industrial Motor Condition Monitoring and Health Dashboard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Monitor  •  Analyze  •  Prevent Failure</a:t>
            </a:r>
            <a:endParaRPr lang="en-US" sz="1600" dirty="0"/>
          </a:p>
        </p:txBody>
      </p:sp>
      <p:sp>
        <p:nvSpPr>
          <p:cNvPr id="7" name="Guide card"/>
          <p:cNvSpPr/>
          <p:nvPr/>
        </p:nvSpPr>
        <p:spPr>
          <a:xfrm>
            <a:off x="548640" y="4206240"/>
            <a:ext cx="5120640" cy="2011680"/>
          </a:xfrm>
          <a:prstGeom prst="roundRect">
            <a:avLst>
              <a:gd name="adj" fmla="val 545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2976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GUIDE</a:t>
            </a:r>
            <a:endParaRPr lang="en-US" sz="12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Dr. Karumuri Sri Rama Murthy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Assistant Professor, Department of CSE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KLU Hyderabad</a:t>
            </a:r>
            <a:endParaRPr lang="en-US" sz="1200" dirty="0"/>
          </a:p>
        </p:txBody>
      </p:sp>
      <p:sp>
        <p:nvSpPr>
          <p:cNvPr id="9" name="Team card"/>
          <p:cNvSpPr/>
          <p:nvPr/>
        </p:nvSpPr>
        <p:spPr>
          <a:xfrm>
            <a:off x="6035040" y="4206240"/>
            <a:ext cx="5577840" cy="2011680"/>
          </a:xfrm>
          <a:prstGeom prst="roundRect">
            <a:avLst>
              <a:gd name="adj" fmla="val 5455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3640" y="42976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TEAM NO: 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2520040039    N. Hasini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2520040119    Sameera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Abstract</a:t>
            </a:r>
            <a:endParaRPr lang="en-US" sz="3400" dirty="0"/>
          </a:p>
        </p:txBody>
      </p:sp>
      <p:sp>
        <p:nvSpPr>
          <p:cNvPr id="3" name="Abstract points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MotorVibe is a web-based dashboard for monitoring the condition and health of industrial motors.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Physical sensors attached to the motor measure temperature, vibration and electrical current.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Node.js and Express.js backend receives these readings and checks them against defined limits.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Readings and motor information are stored in a Supabase database.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React.js frontend shows live values, parameter trend graphs and a Normal, Warning or Critical health status.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Operators can identify abnormal operating conditions early and avoid unexpected breakdowns.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reduces maintenance cost and improves equipment life.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Planned enhancements include email or SMS alerts, machine learning fault classification and multi-motor monitoring.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6080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Abstract length: 100 words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Used</a:t>
            </a:r>
            <a:endParaRPr lang="en-US" sz="3400" dirty="0"/>
          </a:p>
        </p:txBody>
      </p:sp>
      <p:sp>
        <p:nvSpPr>
          <p:cNvPr id="3" name="Card Frontend"/>
          <p:cNvSpPr/>
          <p:nvPr/>
        </p:nvSpPr>
        <p:spPr>
          <a:xfrm>
            <a:off x="548640" y="137160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Icon circle Frontend"/>
          <p:cNvSpPr/>
          <p:nvPr/>
        </p:nvSpPr>
        <p:spPr>
          <a:xfrm>
            <a:off x="822960" y="160020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Icon Front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01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React.js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Builds the user interface: home page, dashboard, trend graphs and health status.</a:t>
            </a:r>
            <a:endParaRPr lang="en-US" sz="1600" dirty="0"/>
          </a:p>
        </p:txBody>
      </p:sp>
      <p:sp>
        <p:nvSpPr>
          <p:cNvPr id="9" name="Card Backend / Middleware"/>
          <p:cNvSpPr/>
          <p:nvPr/>
        </p:nvSpPr>
        <p:spPr>
          <a:xfrm>
            <a:off x="4297680" y="137160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0" name="Icon circle Backend / Middleware"/>
          <p:cNvSpPr/>
          <p:nvPr/>
        </p:nvSpPr>
        <p:spPr>
          <a:xfrm>
            <a:off x="4572000" y="160020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pic>
        <p:nvPicPr>
          <p:cNvPr id="11" name="Icon Backend / Middlewa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80136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BACKEND / MIDDLEWARE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Node.js + Express.js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REST API that receives sensor readings, applies limit checks and serves data to the frontend.</a:t>
            </a:r>
            <a:endParaRPr lang="en-US" sz="1600" dirty="0"/>
          </a:p>
        </p:txBody>
      </p:sp>
      <p:sp>
        <p:nvSpPr>
          <p:cNvPr id="15" name="Card Database"/>
          <p:cNvSpPr/>
          <p:nvPr/>
        </p:nvSpPr>
        <p:spPr>
          <a:xfrm>
            <a:off x="8046720" y="137160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Icon circle Database"/>
          <p:cNvSpPr/>
          <p:nvPr/>
        </p:nvSpPr>
        <p:spPr>
          <a:xfrm>
            <a:off x="8321040" y="160020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7" name="Icon Databa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80136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726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DATABASE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37260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Supabase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7889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Hosted PostgreSQL database that stores motor information and sensor readings.</a:t>
            </a:r>
            <a:endParaRPr lang="en-US" sz="1600" dirty="0"/>
          </a:p>
        </p:txBody>
      </p:sp>
      <p:sp>
        <p:nvSpPr>
          <p:cNvPr id="21" name="Data source banner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22" name="Senso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7492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484632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Motor data source: physical sensors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Temperature, vibration and current. Sensor models and microcontroller: [to be filled by team]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Description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Industrial motors run continuously and failures stop production.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Overheating, imbalance, misalignment and bearing wear develop over time.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Periodic manual checks can miss early warning signs.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Unexpected breakdowns raise maintenance cost and shorten equipment life.</a:t>
            </a:r>
            <a:endParaRPr lang="en-US" sz="1800" dirty="0"/>
          </a:p>
        </p:txBody>
      </p:sp>
      <p:sp>
        <p:nvSpPr>
          <p:cNvPr id="7" name="Solution card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pic>
        <p:nvPicPr>
          <p:cNvPr id="8" name="Solu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Our approach: MotorVibe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Measure temperature, vibration and current using physical sensors.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each reading against defined limits in the backend.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Store readings in Supabase for review and trend analysis.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Show live values, trend graphs and a Normal / Warning / Critical status on a web dashboard.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Architecture Diagram</a:t>
            </a:r>
            <a:endParaRPr lang="en-US" sz="3400" dirty="0"/>
          </a:p>
        </p:txBody>
      </p:sp>
      <p:pic>
        <p:nvPicPr>
          <p:cNvPr id="3" name="Architecture diagram" descr="/home/claude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7498080" cy="35293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Sensor-to-backend link (e.g. microcontroller and network method): [to be filled by team]</a:t>
            </a:r>
            <a:endParaRPr lang="en-US" sz="1400" dirty="0"/>
          </a:p>
        </p:txBody>
      </p:sp>
      <p:sp>
        <p:nvSpPr>
          <p:cNvPr id="5" name="Flow legend"/>
          <p:cNvSpPr/>
          <p:nvPr/>
        </p:nvSpPr>
        <p:spPr>
          <a:xfrm>
            <a:off x="8412480" y="1371600"/>
            <a:ext cx="3200400" cy="3529584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41080" y="150876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Data flow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Sensors measure motor parameters.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Express API receives and validates readings.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Limits are checked to set the health status.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Readings are stored in Supabase.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React dashboard requests data through the API and displays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Details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2084832" cy="28346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1225296" y="1554480"/>
            <a:ext cx="73152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7190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3774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Sensor acquisition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Physical sensors read temperature, vibration and current from the motor.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2779776" y="1371600"/>
            <a:ext cx="2084832" cy="28346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Step 2 circle"/>
          <p:cNvSpPr/>
          <p:nvPr/>
        </p:nvSpPr>
        <p:spPr>
          <a:xfrm>
            <a:off x="3456432" y="1554480"/>
            <a:ext cx="73152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pic>
        <p:nvPicPr>
          <p:cNvPr id="10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7190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89504" y="23774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API ingestion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916936" y="2788920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Node.js + Express.js endpoint receives and validates each reading.</a:t>
            </a:r>
            <a:endParaRPr lang="en-US" sz="1300" dirty="0"/>
          </a:p>
        </p:txBody>
      </p:sp>
      <p:sp>
        <p:nvSpPr>
          <p:cNvPr id="13" name="Step 3"/>
          <p:cNvSpPr/>
          <p:nvPr/>
        </p:nvSpPr>
        <p:spPr>
          <a:xfrm>
            <a:off x="5010912" y="1371600"/>
            <a:ext cx="2084832" cy="28346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Step 3 circle"/>
          <p:cNvSpPr/>
          <p:nvPr/>
        </p:nvSpPr>
        <p:spPr>
          <a:xfrm>
            <a:off x="5687568" y="1554480"/>
            <a:ext cx="73152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15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190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23774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Limit checking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148072" y="2788920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Values are compared with limits to set Normal, Warning or Critical.</a:t>
            </a:r>
            <a:endParaRPr lang="en-US" sz="1300" dirty="0"/>
          </a:p>
        </p:txBody>
      </p:sp>
      <p:sp>
        <p:nvSpPr>
          <p:cNvPr id="18" name="Step 4"/>
          <p:cNvSpPr/>
          <p:nvPr/>
        </p:nvSpPr>
        <p:spPr>
          <a:xfrm>
            <a:off x="7242048" y="1371600"/>
            <a:ext cx="2084832" cy="28346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9" name="Step 4 circle"/>
          <p:cNvSpPr/>
          <p:nvPr/>
        </p:nvSpPr>
        <p:spPr>
          <a:xfrm>
            <a:off x="7918704" y="1554480"/>
            <a:ext cx="73152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0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71907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51776" y="23774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Storage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79208" y="2788920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Readings and motor details are saved in Supabase.</a:t>
            </a:r>
            <a:endParaRPr lang="en-US" sz="1300" dirty="0"/>
          </a:p>
        </p:txBody>
      </p:sp>
      <p:sp>
        <p:nvSpPr>
          <p:cNvPr id="23" name="Step 5"/>
          <p:cNvSpPr/>
          <p:nvPr/>
        </p:nvSpPr>
        <p:spPr>
          <a:xfrm>
            <a:off x="9473184" y="1371600"/>
            <a:ext cx="2084832" cy="28346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Step 5 circle"/>
          <p:cNvSpPr/>
          <p:nvPr/>
        </p:nvSpPr>
        <p:spPr>
          <a:xfrm>
            <a:off x="10149840" y="1554480"/>
            <a:ext cx="73152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25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171907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23774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Visualization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610344" y="2788920"/>
            <a:ext cx="1810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React.js shows live values, trend graphs and health status.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Website pages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9377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Home: purpose of the website and link to the dashboard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Dashboard: live readings, health status and parameter trends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About: project information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0" y="4526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Health status</a:t>
            </a:r>
            <a:endParaRPr lang="en-US" sz="1800" dirty="0"/>
          </a:p>
        </p:txBody>
      </p:sp>
      <p:sp>
        <p:nvSpPr>
          <p:cNvPr id="31" name="Chip Normal"/>
          <p:cNvSpPr/>
          <p:nvPr/>
        </p:nvSpPr>
        <p:spPr>
          <a:xfrm>
            <a:off x="6217920" y="4983480"/>
            <a:ext cx="1234440" cy="411480"/>
          </a:xfrm>
          <a:prstGeom prst="round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217920" y="4983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Normal</a:t>
            </a:r>
            <a:endParaRPr lang="en-US" sz="1400" dirty="0"/>
          </a:p>
        </p:txBody>
      </p:sp>
      <p:sp>
        <p:nvSpPr>
          <p:cNvPr id="33" name="Chip Warning"/>
          <p:cNvSpPr/>
          <p:nvPr/>
        </p:nvSpPr>
        <p:spPr>
          <a:xfrm>
            <a:off x="7589520" y="4983480"/>
            <a:ext cx="123444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7589520" y="4983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Warning</a:t>
            </a:r>
            <a:endParaRPr lang="en-US" sz="1400" dirty="0"/>
          </a:p>
        </p:txBody>
      </p:sp>
      <p:sp>
        <p:nvSpPr>
          <p:cNvPr id="35" name="Chip Critical"/>
          <p:cNvSpPr/>
          <p:nvPr/>
        </p:nvSpPr>
        <p:spPr>
          <a:xfrm>
            <a:off x="8961120" y="4983480"/>
            <a:ext cx="1234440" cy="411480"/>
          </a:xfrm>
          <a:prstGeom prst="roundRect">
            <a:avLst>
              <a:gd name="adj" fmla="val 44444"/>
            </a:avLst>
          </a:prstGeom>
          <a:solidFill>
            <a:schemeClr val="accent5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961120" y="4983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Critical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6217920" y="5532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Limit values: [to be filled by team, e.g. from the motor datasheet]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Output Screens: Home and Dashboard</a:t>
            </a:r>
            <a:endParaRPr lang="en-US" sz="3400" dirty="0"/>
          </a:p>
        </p:txBody>
      </p:sp>
      <p:sp>
        <p:nvSpPr>
          <p:cNvPr id="3" name="Placeholder home"/>
          <p:cNvSpPr/>
          <p:nvPr/>
        </p:nvSpPr>
        <p:spPr>
          <a:xfrm>
            <a:off x="548640" y="1371600"/>
            <a:ext cx="5394960" cy="36576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39496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[Insert screenshot: Home page]</a:t>
            </a:r>
            <a:endParaRPr lang="en-US" sz="1400" dirty="0"/>
          </a:p>
        </p:txBody>
      </p:sp>
      <p:sp>
        <p:nvSpPr>
          <p:cNvPr id="5" name="Placeholder dashboard"/>
          <p:cNvSpPr/>
          <p:nvPr/>
        </p:nvSpPr>
        <p:spPr>
          <a:xfrm>
            <a:off x="6217920" y="1371600"/>
            <a:ext cx="5394960" cy="36576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217920" y="1371600"/>
            <a:ext cx="539496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[Insert screenshot: Motor Dashboard with live readings]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Home page.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the purpose of the website and quick access to the dashboard.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Displays live sensor readings, motor health and parameter trends.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Output Screens: Graphs and Health Status</a:t>
            </a:r>
            <a:endParaRPr lang="en-US" sz="3400" dirty="0"/>
          </a:p>
        </p:txBody>
      </p:sp>
      <p:sp>
        <p:nvSpPr>
          <p:cNvPr id="3" name="Placeholder graph"/>
          <p:cNvSpPr/>
          <p:nvPr/>
        </p:nvSpPr>
        <p:spPr>
          <a:xfrm>
            <a:off x="548640" y="1371600"/>
            <a:ext cx="5394960" cy="36576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39496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[Insert screenshot: Parameter trend graph view]</a:t>
            </a:r>
            <a:endParaRPr lang="en-US" sz="1400" dirty="0"/>
          </a:p>
        </p:txBody>
      </p:sp>
      <p:sp>
        <p:nvSpPr>
          <p:cNvPr id="5" name="Placeholder health"/>
          <p:cNvSpPr/>
          <p:nvPr/>
        </p:nvSpPr>
        <p:spPr>
          <a:xfrm>
            <a:off x="6217920" y="1371600"/>
            <a:ext cx="5394960" cy="36576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217920" y="1371600"/>
            <a:ext cx="539496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[Insert screenshot: Motor Health Status panel]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Graph view.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Compares temperature, vibration and current over time to spot unusual changes.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Health status.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whether the motor is operating normally or needs attention.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Future Enhancements</a:t>
            </a:r>
            <a:endParaRPr lang="en-US" sz="3400" dirty="0"/>
          </a:p>
        </p:txBody>
      </p:sp>
      <p:sp>
        <p:nvSpPr>
          <p:cNvPr id="3" name="Future Historical data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Future circle 0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Future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470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Historical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194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long-term records in Supabase for deeper analysis.</a:t>
            </a:r>
            <a:endParaRPr lang="en-US" sz="1500" dirty="0"/>
          </a:p>
        </p:txBody>
      </p:sp>
      <p:sp>
        <p:nvSpPr>
          <p:cNvPr id="8" name="Future Machine learning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Future circle 1"/>
          <p:cNvSpPr/>
          <p:nvPr/>
        </p:nvSpPr>
        <p:spPr>
          <a:xfrm>
            <a:off x="6492240" y="1645920"/>
            <a:ext cx="822960" cy="8229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0" name="Futur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8470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Machine learning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194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Classify faults automatically from sensor patterns.</a:t>
            </a:r>
            <a:endParaRPr lang="en-US" sz="1500" dirty="0"/>
          </a:p>
        </p:txBody>
      </p:sp>
      <p:sp>
        <p:nvSpPr>
          <p:cNvPr id="13" name="Future Alerts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Future circle 2"/>
          <p:cNvSpPr/>
          <p:nvPr/>
        </p:nvSpPr>
        <p:spPr>
          <a:xfrm>
            <a:off x="822960" y="4114800"/>
            <a:ext cx="822960" cy="8229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15" name="Futur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3159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Alerts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663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Send email or SMS when conditions become critical.</a:t>
            </a:r>
            <a:endParaRPr lang="en-US" sz="1500" dirty="0"/>
          </a:p>
        </p:txBody>
      </p:sp>
      <p:sp>
        <p:nvSpPr>
          <p:cNvPr id="18" name="Future Multi-motor, remote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9" name="Future circle 3"/>
          <p:cNvSpPr/>
          <p:nvPr/>
        </p:nvSpPr>
        <p:spPr>
          <a:xfrm>
            <a:off x="6492240" y="4114800"/>
            <a:ext cx="822960" cy="8229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pic>
        <p:nvPicPr>
          <p:cNvPr id="20" name="Future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3159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Multi-motor, remote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663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Extend monitoring to many motors and remote locations.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MotorVibe provides a simple and effective way to monitor industrial motor health. It supports early detection of abnormal conditions, helps reduce downtime and maintenance cost, and supports safer, more reliable operations.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Team 1: N. Hasini (2520040039), Sameera (2520040119)   |   Guide: Dr. Karumuri Sri Rama Murthy</a:t>
            </a:r>
            <a:endParaRPr lang="en-US" sz="1600" dirty="0"/>
          </a:p>
        </p:txBody>
      </p:sp>
      <p:pic>
        <p:nvPicPr>
          <p:cNvPr id="6" name="KLU logo closing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5669280"/>
            <a:ext cx="2377440" cy="961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torVibe">
  <a:themeElements>
    <a:clrScheme name="MotorVibe">
      <a:dk1>
        <a:srgbClr val="0B1F3A"/>
      </a:dk1>
      <a:lt1>
        <a:srgbClr val="FFFFFF"/>
      </a:lt1>
      <a:dk2>
        <a:srgbClr val="063A6E"/>
      </a:dk2>
      <a:lt2>
        <a:srgbClr val="EAF3FC"/>
      </a:lt2>
      <a:accent1>
        <a:srgbClr val="1E88E5"/>
      </a:accent1>
      <a:accent2>
        <a:srgbClr val="00A6A6"/>
      </a:accent2>
      <a:accent3>
        <a:srgbClr val="7E57C2"/>
      </a:accent3>
      <a:accent4>
        <a:srgbClr val="F29F05"/>
      </a:accent4>
      <a:accent5>
        <a:srgbClr val="D32F2F"/>
      </a:accent5>
      <a:accent6>
        <a:srgbClr val="2E9E5B"/>
      </a:accent6>
      <a:hlink>
        <a:srgbClr val="1E88E5"/>
      </a:hlink>
      <a:folHlink>
        <a:srgbClr val="7E57C2"/>
      </a:folHlink>
    </a:clrScheme>
    <a:fontScheme name="MotorVib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MotorVibe - Industrial Motor Condition Monitoring and Health Dashboard</dc:title>
  <dc:subject>PptxGenJS Presentation</dc:subject>
  <dc:creator>Team 1, KLU Hyderabad</dc:creator>
  <cp:lastModifiedBy>Team 1, KLU Hyderabad</cp:lastModifiedBy>
  <cp:revision>1</cp:revision>
  <dcterms:created xsi:type="dcterms:W3CDTF">2026-10-16T15:23:08Z</dcterms:created>
  <dcterms:modified xsi:type="dcterms:W3CDTF">2026-10-16T15:23:08Z</dcterms:modified>
</cp:coreProperties>
</file>